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3B82F6">
              <a:alpha val="22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474720"/>
            <a:ext cx="2560320" cy="2560320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PromoFest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Confirmación de Asistencia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578608"/>
            <a:ext cx="5029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743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full-stack para gestión de cupos bajo alta concurrencia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Feria de Promociones 2025  ·  React + Express + PostgreSQL  ·  Railway Cloud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— 50 cupos, cientos de solicitudes simultáneas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formulario se distribuye por correo masivo.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primeros minutos hay una ráfaga de envíos simultáneos.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usuarios leen confirmed_count = 49, ambos creen que hay lugar, ambos confirman → cupo superado.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4480560" cy="14173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880360"/>
            <a:ext cx="100584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44368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 sin control: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lee cupo = 1 → cree que hay lugar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lee cupo = 1 → también cree que hay lugar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insertan → cupo = 2 con límite de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57800" y="96012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57800" y="960120"/>
            <a:ext cx="100584" cy="1143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0" y="1618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 disponibles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57800" y="233172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57800" y="2331720"/>
            <a:ext cx="100584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2423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0" y="2990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en los primeros minutos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57800" y="3703320"/>
            <a:ext cx="35661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3703320"/>
            <a:ext cx="100584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486400" y="4361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confirmaciones duplicadas aceptadas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— 3 servicios en Railway Cloud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4688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+ Tailwind CSS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 Form + Zod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(SPA fallback)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96012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4688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TypeScript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→ Service → Repository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(validación)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100 req/15 min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(logging)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7432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96012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24688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tablas relacionales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FOR UPDATE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Outbox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idempotente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conexiones (pg)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72384" y="2697480"/>
            <a:ext cx="17373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98464" y="2697480"/>
            <a:ext cx="17373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45059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HTTPS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245059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pg pool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en Railway  ·  Docker multi-stage  ·  CI/CD automático en cada push a main  ·  TLS gestionado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Clave 1 — Control de Concurrencia (SELECT FOR UPDATE)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4996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TRANSACTION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1122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event_config FOR UPDATE  ← bloquea la fila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88336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249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cupo agotado → ROLLBACK + 409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337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attendee + UPDATE confirmed_count + 1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9502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 → libera el lock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960120"/>
            <a:ext cx="3749040" cy="178308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960120"/>
            <a:ext cx="374904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960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 Redis INCR/DECR?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137160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50–100 asistentes: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lock de fila es suficiente. Redis introduce un segundo sistema de estado que debe sincronizarse con la DB.</a:t>
            </a:r>
            <a:endParaRPr lang="en-US" sz="1150" dirty="0"/>
          </a:p>
          <a:p>
            <a:pPr indent="0" marL="0">
              <a:buNone/>
            </a:pPr>
            <a:r>
              <a:rPr lang="en-US" sz="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1 000+ concurrentes: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 atómico en Redis → rechazar sin abrir transacción Postgres.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74920" y="2880360"/>
            <a:ext cx="3749040" cy="1508760"/>
          </a:xfrm>
          <a:prstGeom prst="rect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4920" y="2880360"/>
            <a:ext cx="37490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8803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garantizado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310128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500 requests simultáneos al último cupo,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1 confirma.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demás reciben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Conflict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forma limpia.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Clave 2 — Patrón Outbox (Notificaciones al equipo de ventas)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69164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691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exitoso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408176"/>
            <a:ext cx="32004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1005840"/>
            <a:ext cx="192024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00584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notification_log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'pending'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408176"/>
            <a:ext cx="32004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005840"/>
            <a:ext cx="2148840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simulateSend()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logger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prod: SendGrid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1408176"/>
            <a:ext cx="32004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1005840"/>
            <a:ext cx="178308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00584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/ failed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011680"/>
            <a:ext cx="41148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01168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 total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374904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notificación se persiste en la misma transacción que el asistente. El 'envío' ocurre fuera del COMMIT y no bloquea la respuesta al cliente.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falla, la confirmación no se revierte. Queda status='failed' para reintento.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011680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011680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producción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3749040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simulateSend() con SendGrid, Twilio o un webhook de Slack es un cambio de una función sin tocar la lógica de negocio ni el patrón Outbox.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en el notificador externo previene duplicados.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Código — Controller → Service → Repository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012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request, valida con Zod, llama al Service, devuelve response.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auth.controller.ts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attendee.controller.ts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30752"/>
            <a:ext cx="2468880" cy="7498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49040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nada de SQL ni de reglas de negocio.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60120"/>
            <a:ext cx="274320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96012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4813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pura: descuentos, orquestación de la confirmación.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attendee.service.ts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auth.service.ts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discount.service.ts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notification.service.ts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3730752"/>
            <a:ext cx="2468880" cy="74980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749040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nada de Express ni de SQL. Testeable sin levantar nada.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960120"/>
            <a:ext cx="2743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60120"/>
            <a:ext cx="27432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960120"/>
            <a:ext cx="2633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481328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SQL. Recibe PoolClient cuando participa en una transacción externa.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233172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auth.repository.ts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attendee.repository.ts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catalog.repository.ts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730752"/>
            <a:ext cx="2468880" cy="7498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749040"/>
            <a:ext cx="2286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nada de HTTP ni de lógica de negocio.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72384" y="2852928"/>
            <a:ext cx="17373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98464" y="2852928"/>
            <a:ext cx="17373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sé que falta — y cómo lo resolvería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0058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78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suite de tests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discount.service.ts es función pura — diseñada para ser testeable sin DB ni HTTP. La suite entraría en Jest desde el primer sprint.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029968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029968"/>
            <a:ext cx="100584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sin revocación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48716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comprometido sigue válido hasta que expira (2h). Solución: allowlist en Redis con el jti del token. Logout invalida inmediatamente.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054096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54096"/>
            <a:ext cx="100584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272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simulada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351129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simulateSend() es un placeholder. El patrón Outbox ya maneja estado y reintentos — solo hay que enchufar SendGrid, Twilio o SQS.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4078224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078224"/>
            <a:ext cx="10058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15137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bajo altísima carga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453542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1 000+ concurrentes, el lock de fila en PostgreSQL crea latencia de P99 inaceptable. Migrar a DECR atómico en Redis antes de abrir la transacción.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626864"/>
            <a:ext cx="850392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62686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los límites del sistema es parte del diseño — no una omisión.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3291840"/>
            <a:ext cx="2560320" cy="2560320"/>
          </a:xfrm>
          <a:prstGeom prst="ellipse">
            <a:avLst/>
          </a:prstGeom>
          <a:solidFill>
            <a:srgbClr val="10B981">
              <a:alpha val="16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"Cuando el entorno falla,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la solución que me permite seguir entregando."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github.com/JCifuentesGT/promofest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Express · PostgreSQL · Railway · Docker · JWT · SELECT FOR UPDATE · Outbox Pattern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3520440"/>
            <a:ext cx="850392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Pienso en qué pasa cuando el sistema crece: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cuello de botella? ¿qué cambiaría primero? ¿qué no cambiaría nunca?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590288"/>
            <a:ext cx="9144000" cy="55321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590288"/>
            <a:ext cx="91440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PromoFest — Feria de Promociones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PromoFest — Presentación Técnica</dc:title>
  <dc:subject>PptxGenJS Presentation</dc:subject>
  <dc:creator>PromoFest</dc:creator>
  <cp:lastModifiedBy>PromoFest</cp:lastModifiedBy>
  <cp:revision>1</cp:revision>
  <dcterms:created xsi:type="dcterms:W3CDTF">2026-05-27T15:21:18Z</dcterms:created>
  <dcterms:modified xsi:type="dcterms:W3CDTF">2026-05-27T15:21:18Z</dcterms:modified>
</cp:coreProperties>
</file>